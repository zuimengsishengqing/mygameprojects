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2348A8-DDEF-FC66-4E0B-5F9CC29CAC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D0C062C-5100-6992-DB22-18A9CDF373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182D62-BBF0-0FE8-56CC-B88BFA282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B69FB-EB62-A544-A278-62A0172EFBDB}" type="datetimeFigureOut">
              <a:rPr kumimoji="1" lang="zh-CN" altLang="en-US" smtClean="0"/>
              <a:t>2025/2/19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26160E-921A-136C-3071-17B871A8D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F252CD-2AAD-0369-324F-E748B5A64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BF27-15BB-6647-B6A1-23665B463B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3653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BBFAEF-09E5-554A-9AE6-C0F3C1218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696B25-5110-323A-A185-F08B2DF53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7D46B5-09BB-05E6-59D2-68BFD84C7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B69FB-EB62-A544-A278-62A0172EFBDB}" type="datetimeFigureOut">
              <a:rPr kumimoji="1" lang="zh-CN" altLang="en-US" smtClean="0"/>
              <a:t>2025/2/19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E5DA33-8277-C849-7D2B-D5B90ACF1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7B14B0-1A81-45A7-0EA8-22A59AC4F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BF27-15BB-6647-B6A1-23665B463B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8691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88F378-DDE8-8016-067F-729049F71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A50C07-6139-631E-599E-E7BDBEBEA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A2D652-7E09-0B59-7ECD-155EFEF9B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B69FB-EB62-A544-A278-62A0172EFBDB}" type="datetimeFigureOut">
              <a:rPr kumimoji="1" lang="zh-CN" altLang="en-US" smtClean="0"/>
              <a:t>2025/2/19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72F16E-62C8-5424-6C21-52105C8BC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B4524E-90BE-1E18-4D13-8F435517F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BF27-15BB-6647-B6A1-23665B463B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4409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689B29-2F38-B0F0-14FE-3401A47C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856419-D8AA-E497-3551-3DDCC13995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24069C-E968-8260-C09C-783BE3093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7310BA-E0C1-2B18-DE64-5531CC138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B69FB-EB62-A544-A278-62A0172EFBDB}" type="datetimeFigureOut">
              <a:rPr kumimoji="1" lang="zh-CN" altLang="en-US" smtClean="0"/>
              <a:t>2025/2/19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662769-EEB7-AA90-780B-F96792DB6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F44D90-ACED-2A8F-2C3E-EC95912E0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BF27-15BB-6647-B6A1-23665B463B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43046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C40BFA-7BDD-9737-78E7-5C475D414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B2E91D-705A-013B-1540-106B76DD4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D73448-65F9-6F74-0266-97D3B117B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5F52B3D-3139-0BFE-A49F-4BF10E6BFD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E59BFF5-B427-8BCA-6789-1CCB0F3218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8AA3C8-A49F-F208-B53C-06F7141B0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B69FB-EB62-A544-A278-62A0172EFBDB}" type="datetimeFigureOut">
              <a:rPr kumimoji="1" lang="zh-CN" altLang="en-US" smtClean="0"/>
              <a:t>2025/2/19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C1928E3-4218-30D9-AB24-66278BA3E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DB7C282-707B-C8A0-9183-ED63C92CF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BF27-15BB-6647-B6A1-23665B463B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61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108DF3-C573-8283-0C15-8E68AF29B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0117EC6-D8ED-E79F-482E-7ACDC413A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B69FB-EB62-A544-A278-62A0172EFBDB}" type="datetimeFigureOut">
              <a:rPr kumimoji="1" lang="zh-CN" altLang="en-US" smtClean="0"/>
              <a:t>2025/2/19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A910A97-8EEA-EA85-A3CC-D71E6F967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62322B-33D2-48F0-A7FE-316419863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BF27-15BB-6647-B6A1-23665B463B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391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DD025F0-71F9-4D49-897C-98B1EC9AA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B69FB-EB62-A544-A278-62A0172EFBDB}" type="datetimeFigureOut">
              <a:rPr kumimoji="1" lang="zh-CN" altLang="en-US" smtClean="0"/>
              <a:t>2025/2/19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1CE04A5-7AAA-D9E1-7769-DDDCBCD92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52C381-8632-93C5-9D8F-FD5CEF3F8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BF27-15BB-6647-B6A1-23665B463B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1662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615C0A-8B40-BDB4-D06F-07F45F707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BD55DA-EAEB-DD6A-6208-01A2578ED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311866-D91F-E1C2-A3E2-B106975EA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7D7FD9-39F0-90A3-A8F4-47A55BEC2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B69FB-EB62-A544-A278-62A0172EFBDB}" type="datetimeFigureOut">
              <a:rPr kumimoji="1" lang="zh-CN" altLang="en-US" smtClean="0"/>
              <a:t>2025/2/19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E7194E-8A2C-3F27-1D65-81342ACA7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72A2DF-B71C-A5DE-8B2F-6C315EE65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BF27-15BB-6647-B6A1-23665B463B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8539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1C9AFB-5392-4CAB-C12F-68149BCF2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803B379-F1B9-6089-7F55-33E4B64569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E8523E-8F1D-5D12-9B30-450181532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825DB2-E5E2-059D-FE96-956FF4539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B69FB-EB62-A544-A278-62A0172EFBDB}" type="datetimeFigureOut">
              <a:rPr kumimoji="1" lang="zh-CN" altLang="en-US" smtClean="0"/>
              <a:t>2025/2/19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3AE495-A3F8-9A76-237E-345DD307E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A9740B-28B1-D741-8A60-70732A7DC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BF27-15BB-6647-B6A1-23665B463B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6336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2B0C87-0A2D-46DB-718F-05DC2177C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C67DD3-EA5F-866C-2FC3-C210339D5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86CC20-44FC-AB37-B117-77317AAAF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B69FB-EB62-A544-A278-62A0172EFBDB}" type="datetimeFigureOut">
              <a:rPr kumimoji="1" lang="zh-CN" altLang="en-US" smtClean="0"/>
              <a:t>2025/2/19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3D17C1-B40D-103B-A10A-3B718ECFB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0D548B-97C2-DE1D-3837-B8B3C2F03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BF27-15BB-6647-B6A1-23665B463B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3890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4DB0C1-80DF-AB91-9B7D-97A3F0BF1C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F8A949-6078-A628-FD66-D82F5555EA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93BB70-BEED-8252-3D25-0779CD5C1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B69FB-EB62-A544-A278-62A0172EFBDB}" type="datetimeFigureOut">
              <a:rPr kumimoji="1" lang="zh-CN" altLang="en-US" smtClean="0"/>
              <a:t>2025/2/19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72DF8D-8E66-FFE8-5583-C4AA58FED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99240F-D7DC-2B56-15E5-AF5EFA7C0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7BF27-15BB-6647-B6A1-23665B463B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2072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F4E96DC-E79B-7FD5-36E1-4C8C0D03D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AF9781-0F24-4C75-9E76-48B2E8532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235E3A-F6C0-7FD5-6F2A-A4F196FC8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EB69FB-EB62-A544-A278-62A0172EFBDB}" type="datetimeFigureOut">
              <a:rPr kumimoji="1" lang="zh-CN" altLang="en-US" smtClean="0"/>
              <a:t>2025/2/19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A3DAFE-F87D-27ED-F0D7-B32FBDA855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CF8692-1E49-C2B3-6867-6AEA63B26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F7BF27-15BB-6647-B6A1-23665B463BC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8730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FFDE1EA-FC1F-4E58-B180-F898B90F0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kumimoji="1" lang="zh-CN" altLang="en-US" b="1" dirty="0">
                <a:solidFill>
                  <a:srgbClr val="FFFFFF"/>
                </a:solidFill>
              </a:rPr>
              <a:t>贷款违约预测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142C5C-15F2-4C09-B027-1F492C418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kumimoji="1" lang="zh-CN" altLang="en-US" sz="2000" b="1" dirty="0">
                <a:latin typeface="DengXian" panose="02010600030101010101" pitchFamily="2" charset="-122"/>
                <a:ea typeface="DengXian" panose="02010600030101010101" pitchFamily="2" charset="-122"/>
              </a:rPr>
              <a:t>任务描述</a:t>
            </a:r>
            <a:r>
              <a:rPr kumimoji="1" lang="en-US" altLang="zh-CN" sz="2000" b="1" dirty="0">
                <a:latin typeface="DengXian" panose="02010600030101010101" pitchFamily="2" charset="-122"/>
                <a:ea typeface="DengXian" panose="02010600030101010101" pitchFamily="2" charset="-122"/>
              </a:rPr>
              <a:t>:</a:t>
            </a:r>
            <a:r>
              <a:rPr lang="zh-CN" altLang="en-US" sz="2000" i="0" dirty="0"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数据来自某信贷平台的贷款记录，以个人信贷为背景，需要根据贷款申请人的数据信息预测其是否有违约的可能，以此判断是否通过此项贷款。</a:t>
            </a:r>
            <a:endParaRPr lang="en-US" altLang="zh-CN" sz="2000" i="0" dirty="0">
              <a:effectLst/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kumimoji="1" lang="zh-CN" altLang="en-US" sz="2000" b="1" dirty="0">
                <a:latin typeface="DengXian" panose="02010600030101010101" pitchFamily="2" charset="-122"/>
                <a:ea typeface="DengXian" panose="02010600030101010101" pitchFamily="2" charset="-122"/>
              </a:rPr>
              <a:t>输入：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申请人的信息，共</a:t>
            </a:r>
            <a:r>
              <a:rPr kumimoji="1"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47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种特征，包含了如贷款金额、贷款年限、贷款利率、年收入、工作年限等，其中有</a:t>
            </a:r>
            <a:r>
              <a:rPr kumimoji="1"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15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列匿名特征，为申请人行为计数特征。</a:t>
            </a:r>
            <a:endParaRPr kumimoji="1" lang="en-US" altLang="zh-CN" sz="20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kumimoji="1" lang="zh-CN" altLang="en-US" sz="2000" b="1" dirty="0">
                <a:latin typeface="DengXian" panose="02010600030101010101" pitchFamily="2" charset="-122"/>
                <a:ea typeface="DengXian" panose="02010600030101010101" pitchFamily="2" charset="-122"/>
              </a:rPr>
              <a:t>输出：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申请人贷款违约的可能性。</a:t>
            </a:r>
            <a:endParaRPr kumimoji="1" lang="en-US" altLang="zh-CN" sz="20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kumimoji="1" lang="zh-CN" altLang="en-US" sz="2000" b="1" dirty="0">
                <a:latin typeface="DengXian" panose="02010600030101010101" pitchFamily="2" charset="-122"/>
                <a:ea typeface="DengXian" panose="02010600030101010101" pitchFamily="2" charset="-122"/>
              </a:rPr>
              <a:t>标签：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“</a:t>
            </a:r>
            <a:r>
              <a:rPr kumimoji="1" lang="en-US" altLang="zh-CN" sz="2000" dirty="0" err="1">
                <a:latin typeface="DengXian" panose="02010600030101010101" pitchFamily="2" charset="-122"/>
                <a:ea typeface="DengXian" panose="02010600030101010101" pitchFamily="2" charset="-122"/>
              </a:rPr>
              <a:t>isDefault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”特征，共</a:t>
            </a:r>
            <a:r>
              <a:rPr kumimoji="1"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0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，</a:t>
            </a:r>
            <a:r>
              <a:rPr kumimoji="1"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1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两种。</a:t>
            </a:r>
            <a:r>
              <a:rPr kumimoji="1"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1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表示该贷款违约。</a:t>
            </a:r>
            <a:endParaRPr kumimoji="1" lang="en-US" altLang="zh-CN" sz="2000" dirty="0"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kumimoji="1" lang="zh-CN" altLang="en-US" sz="2000" b="1" dirty="0">
                <a:latin typeface="DengXian" panose="02010600030101010101" pitchFamily="2" charset="-122"/>
                <a:ea typeface="DengXian" panose="02010600030101010101" pitchFamily="2" charset="-122"/>
              </a:rPr>
              <a:t>数据集描述：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共</a:t>
            </a:r>
            <a:r>
              <a:rPr kumimoji="1"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1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万数据，其中</a:t>
            </a:r>
            <a:r>
              <a:rPr kumimoji="1"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8000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为训练集，</a:t>
            </a:r>
            <a:r>
              <a:rPr kumimoji="1"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2000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为测试集。训练集中</a:t>
            </a:r>
            <a:r>
              <a:rPr kumimoji="1"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50%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是正样本，即违约贷款。数值类变量</a:t>
            </a:r>
            <a:r>
              <a:rPr kumimoji="1"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42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种，</a:t>
            </a:r>
            <a:r>
              <a:rPr kumimoji="1"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33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种连续型数值变量，</a:t>
            </a:r>
            <a:r>
              <a:rPr kumimoji="1"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9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种离散型数值变量。</a:t>
            </a:r>
            <a:r>
              <a:rPr kumimoji="1"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5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种类别类特征，有</a:t>
            </a:r>
            <a:r>
              <a:rPr kumimoji="1" lang="en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grade</a:t>
            </a:r>
            <a:r>
              <a:rPr kumimoji="1"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(A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、</a:t>
            </a:r>
            <a:r>
              <a:rPr kumimoji="1"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B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、</a:t>
            </a:r>
            <a:r>
              <a:rPr kumimoji="1"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C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、</a:t>
            </a:r>
            <a:r>
              <a:rPr kumimoji="1"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D)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、就业年限</a:t>
            </a:r>
            <a:r>
              <a:rPr kumimoji="1"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(&lt;1 year, 1-3 year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等</a:t>
            </a:r>
            <a:r>
              <a:rPr kumimoji="1"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)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，还有时间类信息</a:t>
            </a:r>
            <a:r>
              <a:rPr kumimoji="1"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(</a:t>
            </a:r>
            <a:r>
              <a:rPr kumimoji="1" lang="en-US" altLang="zh-CN" sz="2000" dirty="0" err="1">
                <a:latin typeface="DengXian" panose="02010600030101010101" pitchFamily="2" charset="-122"/>
                <a:ea typeface="DengXian" panose="02010600030101010101" pitchFamily="2" charset="-122"/>
              </a:rPr>
              <a:t>yyyy</a:t>
            </a:r>
            <a:r>
              <a:rPr kumimoji="1" lang="en-US" altLang="zh-CN" sz="2000" dirty="0">
                <a:latin typeface="DengXian" panose="02010600030101010101" pitchFamily="2" charset="-122"/>
                <a:ea typeface="DengXian" panose="02010600030101010101" pitchFamily="2" charset="-122"/>
              </a:rPr>
              <a:t>-mm-dd)</a:t>
            </a:r>
            <a:r>
              <a:rPr kumimoji="1" lang="zh-CN" altLang="en-US" sz="2000" dirty="0">
                <a:latin typeface="DengXian" panose="02010600030101010101" pitchFamily="2" charset="-122"/>
                <a:ea typeface="DengXian" panose="02010600030101010101" pitchFamily="2" charset="-122"/>
              </a:rPr>
              <a:t>。</a:t>
            </a:r>
            <a:endParaRPr kumimoji="1" lang="en-US" altLang="zh-CN" sz="20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6063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203</Words>
  <Application>Microsoft Macintosh PowerPoint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DengXian</vt:lpstr>
      <vt:lpstr>DengXian</vt:lpstr>
      <vt:lpstr>等线 Light</vt:lpstr>
      <vt:lpstr>Arial</vt:lpstr>
      <vt:lpstr>Office 主题​​</vt:lpstr>
      <vt:lpstr>贷款违约预测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T175991</dc:creator>
  <cp:lastModifiedBy>T175991</cp:lastModifiedBy>
  <cp:revision>3</cp:revision>
  <dcterms:created xsi:type="dcterms:W3CDTF">2025-02-18T07:13:20Z</dcterms:created>
  <dcterms:modified xsi:type="dcterms:W3CDTF">2025-02-19T12:54:46Z</dcterms:modified>
</cp:coreProperties>
</file>